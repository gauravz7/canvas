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36576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548640"/>
            <a:ext cx="365760" cy="3657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548640"/>
            <a:ext cx="365760" cy="3657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548640"/>
            <a:ext cx="365760" cy="365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0" b="1">
                <a:solidFill>
                  <a:srgbClr val="202124"/>
                </a:solidFill>
                <a:latin typeface="Google Sans"/>
              </a:defRPr>
            </a:pPr>
            <a:r>
              <a:t>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0">
                <a:solidFill>
                  <a:srgbClr val="4285F4"/>
                </a:solidFill>
                <a:latin typeface="Google Sans"/>
              </a:defRPr>
            </a:pPr>
            <a:r>
              <a:t>Multimodal AI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Google Sans"/>
              </a:defRPr>
            </a:pPr>
            <a:r>
              <a:t>Visual workflow builder for chaining Gemini, Veo, Lyria, and Cloud TTS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Built on Vertex AI · Cloud Run · Firebase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4285F4"/>
                </a:solidFill>
                <a:latin typeface="Google Sans"/>
              </a:defRPr>
            </a:pPr>
            <a:r>
              <a:t>vibe-studio-refactor-440790012685.us-central1.run.app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What is Canvas?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A no-code platform for AI media generation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Google Sans"/>
              </a:defRPr>
            </a:pPr>
            <a:r>
              <a:t>Build complex AI workflows visually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Google Sans"/>
              </a:defRPr>
            </a:pPr>
            <a:r>
              <a:t>Drag, drop, and connect AI nodes to chain multiple Vertex AI models. No code, no boilerplate. From idea to finished video in minutes.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Key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Visual drag-drop workflow builder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Multi-modal: text, image, video, audio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Real-time SSE execution streaming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Multiple workflow tabs in parallel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Team collaboration with sharing controls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Auto-saved asset library</a:t>
            </a:r>
          </a:p>
        </p:txBody>
      </p:sp>
      <p:pic>
        <p:nvPicPr>
          <p:cNvPr id="12" name="Picture 11" descr="01-main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3526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Multiple Workflow Tabs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Work on several projects in parallel — never lose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"+ New" creates a new workflow tab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Click any tab to switch instantly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Double-click tab name to rename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"x" to close (can't close last)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All tabs render simultaneously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Switch between Canvas / Saved / Assets without losing state</a:t>
            </a:r>
          </a:p>
        </p:txBody>
      </p:sp>
      <p:pic>
        <p:nvPicPr>
          <p:cNvPr id="9" name="Picture 8" descr="02-workflow-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48640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Node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Composable building blocks for any pipeline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Capabilities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Text, Image, Video, Audio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Type or upload content. Video auto-uploads to GCS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Gemini Text, Gemini Image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Multimodal text + image generation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Voice &amp; Music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Speech Gen, Lyria Clip, Lyria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TTS (23 langs, 7 voices), 30s clips, full songs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Veo Standard, Extend, Reference, Upscaler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Generate, extend, style-match, 4K upscale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Utility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Image Upscaler, Video Editor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Image enhance, ffmpeg 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Outputs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Text, Image, Audio, Video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Display and download results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From blank canvas to generated content in 5 steps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Drag nodes onto canvas, connect with edges</a:t>
            </a:r>
          </a:p>
        </p:txBody>
      </p:sp>
      <p:sp>
        <p:nvSpPr>
          <p:cNvPr id="11" name="Oval 10"/>
          <p:cNvSpPr/>
          <p:nvPr/>
        </p:nvSpPr>
        <p:spPr>
          <a:xfrm>
            <a:off x="2880360" y="182880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Set model, voice, language, aspect ratio per node</a:t>
            </a:r>
          </a:p>
        </p:txBody>
      </p:sp>
      <p:sp>
        <p:nvSpPr>
          <p:cNvPr id="14" name="Oval 13"/>
          <p:cNvSpPr/>
          <p:nvPr/>
        </p:nvSpPr>
        <p:spPr>
          <a:xfrm>
            <a:off x="5212079" y="1828800"/>
            <a:ext cx="640080" cy="6400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Click Run — nodes execute in topological order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182880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Results appear in real-time via SSE</a:t>
            </a:r>
          </a:p>
        </p:txBody>
      </p:sp>
      <p:sp>
        <p:nvSpPr>
          <p:cNvPr id="20" name="Oval 19"/>
          <p:cNvSpPr/>
          <p:nvPr/>
        </p:nvSpPr>
        <p:spPr>
          <a:xfrm>
            <a:off x="9875519" y="182880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0632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All assets auto-saved to Asset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EA4335"/>
                </a:solidFill>
                <a:latin typeface="Google Sans"/>
              </a:defRPr>
            </a:pPr>
            <a:r>
              <a:t>Built-in smart error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5F6368"/>
                </a:solidFill>
                <a:latin typeface="Roboto"/>
              </a:defRPr>
            </a:pPr>
            <a:r>
              <a:t>•  Failed nodes show red status badge</a:t>
            </a:r>
          </a:p>
          <a:p>
            <a:pPr>
              <a:spcAft>
                <a:spcPts val="800"/>
              </a:spcAft>
              <a:defRPr sz="1200">
                <a:solidFill>
                  <a:srgbClr val="5F6368"/>
                </a:solidFill>
                <a:latin typeface="Roboto"/>
              </a:defRPr>
            </a:pPr>
            <a:r>
              <a:t>•  Downstream nodes automatically skipped (no cascading false errors)</a:t>
            </a:r>
          </a:p>
          <a:p>
            <a:pPr>
              <a:spcAft>
                <a:spcPts val="800"/>
              </a:spcAft>
              <a:defRPr sz="1200">
                <a:solidFill>
                  <a:srgbClr val="5F6368"/>
                </a:solidFill>
                <a:latin typeface="Roboto"/>
              </a:defRPr>
            </a:pPr>
            <a:r>
              <a:t>•  Clear error messages at the point of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Supported AI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All Vertex AI generative models, ready to chain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Model IDs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gemini-3.1-pro-preview, gemini-3.1-flash-lite-preview, gemini-3-flash-preview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flash-lite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Image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gemini-3.1-flash-image-preview, gemini-3-pro-image-preview, gemini-2.5-flash-image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flash-image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veo-3.1-generate-001, veo-3.1-fast-generate-001, veo-3.1-lite-generate-001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Music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lyria-3-pro-preview (full songs), lyria-3-clip-preview (30s)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clip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gemini-3.1-flash-tts-preview, gemini-2.5-flash-preview-tts, gemini-2.5-pro-preview-tts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flash-tts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Image Upscale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imagen-4.0-upscale-preview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Video Upscale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veo-3.1-generate-001 (4K, sharpness 0-4)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AA0A6"/>
                </a:solidFill>
                <a:latin typeface="Google Sans"/>
              </a:defRPr>
            </a:pPr>
            <a:r>
              <a:t>Note: Veo Reference and Extend require non-lite models. Engine auto-upgrades lite → fast when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Text-to-Speech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23 languages · 7 voices · system 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23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English, Spanish, French, German, Italian, Portuguese, Dutch, Polish, Russian, Turkish, Arabic, Hindi, Bangla, Tamil, Telugu, Thai, Indonesian, Vietnamese, Japanese, Korean, Chinese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7 Voices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Kore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Leda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Puck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Charon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Fenrir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51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Aoede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Enceladus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645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Google Sans"/>
              </a:defRPr>
            </a:pPr>
            <a:r>
              <a:t>System 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Customize speaking style: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65176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"Speak cheerfully and with enthusiasm"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"Use a calm, professional news anchor tone"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"Whisper softly as if telling a secret"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"Speak slowly with dramatic pauses"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Demo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Three reference pipelines showing the platform's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576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657600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Product 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Inputs: Product photo + Brief + Style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Pipeline: Stylize → Hero image (4K) + Veo video (4K)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+ Voiceover + Background music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Editor → Final ad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6576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657600" cy="1371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Cinema Shot — 3 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Inputs: Character + Scene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Pipeline: Char ref → 3 framings (wide/med/close)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→ 3 Veo clips + Lyria Pro score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Editor → Cinema sequence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554480"/>
            <a:ext cx="36576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554480"/>
            <a:ext cx="365760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Google Sans"/>
              </a:defRPr>
            </a:pPr>
            <a:r>
              <a:t>Virtual Try-On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Inputs: Person + Garment + Background + Motion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Pipeline: VTO → Background swap → Animate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+ Fashion music</a:t>
            </a:r>
          </a:p>
          <a:p>
            <a:pPr>
              <a:spcAft>
                <a:spcPts val="800"/>
              </a:spcAft>
              <a:defRPr sz="1100">
                <a:solidFill>
                  <a:srgbClr val="5F6368"/>
                </a:solidFill>
                <a:latin typeface="Roboto"/>
              </a:defRPr>
            </a:pPr>
            <a:r>
              <a:t>•  Editor → Fashion reel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Saved Canvas — Workflow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Personal, team-shared, and public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Three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Mine — Your private workflows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Team — Shared by teammates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Public — Community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Edit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Click any saved workflow → opens in NEW tab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Original work in current tab is preserved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Edit &amp; save updates the same workflow ID</a:t>
            </a:r>
          </a:p>
        </p:txBody>
      </p:sp>
      <p:pic>
        <p:nvPicPr>
          <p:cNvPr id="12" name="Picture 11" descr="03-saved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35269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Asset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Every generated asset auto-saved with full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Filter by type: All / Images / Videos / Audio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Search by prompt text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Grid or list view toggle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Expandable prompt display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Model badges + relative timestamps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Direct download for any asset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GCS-backed persistence (survives Cloud Run instance restarts)</a:t>
            </a:r>
          </a:p>
        </p:txBody>
      </p:sp>
      <p:pic>
        <p:nvPicPr>
          <p:cNvPr id="9" name="Picture 8" descr="04-asset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35269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Team 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Share workflows across your organization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Create &amp; Join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Click "+" next to Teams in sidebar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Auto-generated 8-character join code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Share code with teammates</a:t>
            </a:r>
          </a:p>
          <a:p>
            <a:pPr>
              <a:spcAft>
                <a:spcPts val="800"/>
              </a:spcAft>
              <a:defRPr sz="1400">
                <a:solidFill>
                  <a:srgbClr val="5F6368"/>
                </a:solidFill>
                <a:latin typeface="Roboto"/>
              </a:defRPr>
            </a:pPr>
            <a:r>
              <a:t>•  Click team code to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Workflow Visibility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57200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Who sees it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Only you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All team members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Everyone on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06-sidebar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2194560" cy="7596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Modern stack on Google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37160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5029200" cy="77724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React 18 · Vite · ReactFlow · Firebase 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37160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51760"/>
            <a:ext cx="5029200" cy="77724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FastAPI · SQLAlchemy · SSE Streaming · Pydantic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137160" cy="7772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5029200" cy="77724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AI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Vertex AI: Gemini · Veo · Lyria · Imagen · TTS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137160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663440"/>
            <a:ext cx="5029200" cy="77724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5F6368"/>
                </a:solidFill>
                <a:latin typeface="Google Sans"/>
              </a:defRPr>
            </a:pPr>
            <a:r>
              <a:t>Cloud Run · Cloud Storage · Firebase · Cloud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Request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Roboto"/>
              </a:defRPr>
            </a:pPr>
            <a:r>
              <a:t>Browser</a:t>
            </a:r>
            <a:br/>
            <a:r>
              <a:t>    ↓ Firebase ID Token</a:t>
            </a:r>
            <a:br/>
            <a:r>
              <a:t>Cloud Run (FastAPI)</a:t>
            </a:r>
            <a:br/>
            <a:r>
              <a:t>    ↓ verifies token</a:t>
            </a:r>
            <a:br/>
            <a:r>
              <a:t>Workflow Engine (DAG executor)</a:t>
            </a:r>
            <a:br/>
            <a:r>
              <a:t>    ↓ async per-node</a:t>
            </a:r>
            <a:br/>
            <a:r>
              <a:t>Vertex AI (Gemini · Veo · Lyria · TTS)</a:t>
            </a:r>
            <a:br/>
            <a:r>
              <a:t>    ↓ media bytes / GCS URIs</a:t>
            </a:r>
            <a:br/>
            <a:r>
              <a:t>Cloud Storage (asset persistence)</a:t>
            </a:r>
            <a:br/>
            <a:r>
              <a:t>    ↓ on every save</a:t>
            </a:r>
            <a:br/>
            <a:r>
              <a:t>Asset Library + GCS metadata sidecar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Enterprise-grade security defaults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Firebase Google Sign-In with JWT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Authorization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Per-route auth deps, team-based access control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Path Traversal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realpath validation on all file-serving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XSS Prevention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React state rendering (no innerHTML)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CORS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Configurable origins, no wildcard with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Media Serving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Dedicated /api/media endpoint with sanitized paths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LRU with 100-entry limit and 30-minute 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Error Propagation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Failed nodes auto-skip downstream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Auth Token Refresh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Auto-refreshed via Firebase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Demo: Product Ad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From product photo to finished video ad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Product photo + brief description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402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402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Hero image stylized via Gemini 3.1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26079"/>
            <a:ext cx="411480" cy="41148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8035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Animate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Veo 3.1 turns image into 8s video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566160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Voice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204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Speech Gen narrates the brief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Music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Lyria Clip generates BG music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846320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Compose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Video Editor combines all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486399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Google Sans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406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Google Sans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40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Download 4K finished ad</a:t>
            </a:r>
          </a:p>
        </p:txBody>
      </p:sp>
      <p:pic>
        <p:nvPicPr>
          <p:cNvPr id="29" name="Picture 28" descr="05-toolbar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45920"/>
            <a:ext cx="4389120" cy="427361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Real-world applications across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3657600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Product ads, social reels, brand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45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645920"/>
            <a:ext cx="3657600" cy="1371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E-commerce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Virtual try-on, lookbooks, product showcases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45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645920"/>
            <a:ext cx="3657600" cy="1371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920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BBC04"/>
                </a:solidFill>
                <a:latin typeface="Google Sans"/>
              </a:defRPr>
            </a:pPr>
            <a:r>
              <a:t>Media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468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Cinematic shots, character continuity,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3657600" cy="137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Google Sans"/>
              </a:defRPr>
            </a:pPr>
            <a:r>
              <a:t>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754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Narrated explainers, multi-language learning content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931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3931920"/>
            <a:ext cx="3657600" cy="137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Internal Comms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79" y="4754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Localized announcements with TTS in 23 languages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9319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931920"/>
            <a:ext cx="3657600" cy="1371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2062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Prototyping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75488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Rapid concept videos for client pitches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One command to ship to Cloud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Google Sans"/>
              </a:defRPr>
            </a:pPr>
            <a:r>
              <a:t>Deploy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486400" cy="73152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202124"/>
                </a:solidFill>
                <a:latin typeface="Roboto"/>
              </a:defRPr>
            </a:pPr>
            <a:r>
              <a:t>$ export GOOGLE_CLOUD_PROJECT=your-project</a:t>
            </a:r>
            <a:br/>
            <a:r>
              <a:t>$ ./deploy.sh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EA4335"/>
                </a:solidFill>
                <a:latin typeface="Google Sans"/>
              </a:defRPr>
            </a:pPr>
            <a: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GCP project with Vertex AI enabled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Firebase project (for Google sign-in)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GCS bucket for video/asset storage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Cloud Run + Cloud Build APIs enabled</a:t>
            </a:r>
          </a:p>
          <a:p>
            <a:pPr>
              <a:spcAft>
                <a:spcPts val="800"/>
              </a:spcAft>
              <a:defRPr sz="1300">
                <a:solidFill>
                  <a:srgbClr val="5F6368"/>
                </a:solidFill>
                <a:latin typeface="Roboto"/>
              </a:defRPr>
            </a:pPr>
            <a:r>
              <a:t>•  ~2GB memory, 1 CPU per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Google Sans"/>
              </a:defRPr>
            </a:pPr>
            <a:r>
              <a:t>Environment Variables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219456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Roboto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GOOGLE_CLOUD_PROJECT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GCP project ID (required)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FIREBASE_PROJECT_ID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Firebase project for auth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VEO_BUCKET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GCS bucket for video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ASSETS_BUCKET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GCS bucket for asset persistence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CORS_ORIGINS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Allowed frontend origins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VITE_FIREBASE_API_KEY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02124"/>
                          </a:solidFill>
                          <a:latin typeface="Roboto"/>
                        </a:defRPr>
                      </a:pPr>
                      <a:r>
                        <a:t>Frontend Firebase web key</a:t>
                      </a:r>
                    </a:p>
                  </a:txBody>
                  <a:tcPr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7315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7315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7315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Google Sans"/>
              </a:defRPr>
            </a:pPr>
            <a:r>
              <a:t>Roadmap items in evaluation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74519"/>
            <a:ext cx="228600" cy="228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Workflow versioning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Git-like history for workflow changes</a:t>
            </a:r>
          </a:p>
        </p:txBody>
      </p:sp>
      <p:sp>
        <p:nvSpPr>
          <p:cNvPr id="11" name="Oval 10"/>
          <p:cNvSpPr/>
          <p:nvPr/>
        </p:nvSpPr>
        <p:spPr>
          <a:xfrm>
            <a:off x="6309359" y="1874519"/>
            <a:ext cx="228600" cy="2286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Scheduled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945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Run workflows on a timer or webhook trigger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37560"/>
            <a:ext cx="228600" cy="22860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Public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Expose workflows as REST endpoints</a:t>
            </a:r>
          </a:p>
        </p:txBody>
      </p:sp>
      <p:sp>
        <p:nvSpPr>
          <p:cNvPr id="17" name="Oval 16"/>
          <p:cNvSpPr/>
          <p:nvPr/>
        </p:nvSpPr>
        <p:spPr>
          <a:xfrm>
            <a:off x="6309359" y="3337560"/>
            <a:ext cx="228600" cy="2286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Custom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657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Plugin system for user-defined node types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800600"/>
            <a:ext cx="228600" cy="2286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Real-time collaboration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Multi-user editing on the same workflow</a:t>
            </a:r>
          </a:p>
        </p:txBody>
      </p:sp>
      <p:sp>
        <p:nvSpPr>
          <p:cNvPr id="23" name="Oval 22"/>
          <p:cNvSpPr/>
          <p:nvPr/>
        </p:nvSpPr>
        <p:spPr>
          <a:xfrm>
            <a:off x="6309359" y="4800600"/>
            <a:ext cx="228600" cy="2286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Google Sans"/>
              </a:defRPr>
            </a:pPr>
            <a:r>
              <a:t>Cost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120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5F6368"/>
                </a:solidFill>
                <a:latin typeface="Google Sans"/>
              </a:defRPr>
            </a:pPr>
            <a:r>
              <a:t>Per-workflow API cost estimation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Canvas — Multimodal AI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0">
                <a:solidFill>
                  <a:srgbClr val="9AA0A6"/>
                </a:solidFill>
                <a:latin typeface="Google San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365760" cy="3657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548640"/>
            <a:ext cx="365760" cy="3657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548640"/>
            <a:ext cx="365760" cy="3657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548640"/>
            <a:ext cx="365760" cy="365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200" b="1">
                <a:solidFill>
                  <a:srgbClr val="202124"/>
                </a:solidFill>
                <a:latin typeface="Google Sans"/>
              </a:defRPr>
            </a:pPr>
            <a: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Google Sans"/>
              </a:defRPr>
            </a:pPr>
            <a:r>
              <a:t>Try Canvas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Google Sans"/>
              </a:defRPr>
            </a:pPr>
            <a:r>
              <a:t>vibe-studio-refactor-440790012685.us-central1.run.app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Google Sans"/>
              </a:defRPr>
            </a:pPr>
            <a:r>
              <a:t>Owner: gauravz@google.com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Google Sans"/>
              </a:defRPr>
            </a:pPr>
            <a:r>
              <a:t>Repo: github.com/gauravz7/canvas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AA0A6"/>
                </a:solidFill>
                <a:latin typeface="Google Sans"/>
              </a:defRPr>
            </a:pPr>
            <a:r>
              <a:t>Docs: github.com/gauravz7/canvas/blob/main/docs/USER_GUIDE.md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