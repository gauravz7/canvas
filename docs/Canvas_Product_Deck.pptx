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60A5FA"/>
                </a:solidFill>
                <a:latin typeface="Calibri"/>
              </a:defRPr>
            </a:pPr>
            <a:r>
              <a:t>Canvas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Multimodal AI Orchestrator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CA3AF"/>
                </a:solidFill>
                <a:latin typeface="Calibri"/>
              </a:defRPr>
            </a:pPr>
            <a:r>
              <a:t>Visual workflows chaining Gemini, Veo, Lyria, and Cloud TTS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084FC"/>
                </a:solidFill>
                <a:latin typeface="Calibri"/>
              </a:defRPr>
            </a:pPr>
            <a:r>
              <a:t>Powered by Google Cloud  |  Vertex AI  |  Firebase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  <a:latin typeface="Calibri"/>
              </a:defRPr>
            </a:pPr>
            <a:r>
              <a:t>vibe-studio-refactor-440790012685.us-central1.run.app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What is Canvas?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Visual node-based workflow engine that chains AI models for media generation. No code required.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Drag-drop visual builder with ReactFlow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Real-time SSE execution streaming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Multiple workflow tabs side by side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Team collaboration with private/team/public sharing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Auto-saved asset library with prompts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Firebase Google authentication</a:t>
            </a:r>
          </a:p>
        </p:txBody>
      </p:sp>
      <p:pic>
        <p:nvPicPr>
          <p:cNvPr id="5" name="Picture 4" descr="01-main-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303520" cy="34094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Multiple Workflow Tabs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Work on multiple workflows in parallel — never lose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"+ New" — Create new workflow tab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Click any tab to switch instantly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Double-click tab name to rename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"x" closes a tab (can't close last)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All tabs render simultaneously — switching never loses work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Switch between Canvas/History/Studio tabs without losing edits</a:t>
            </a:r>
          </a:p>
        </p:txBody>
      </p:sp>
      <p:pic>
        <p:nvPicPr>
          <p:cNvPr id="5" name="Picture 4" descr="02-workflow-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03520" cy="3977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Node Types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Nodes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Capabilities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Inputs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Text, Image, Video, Audio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Upload or type content. Video auto-uploads to GCS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Text, Image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Multimodal text generation, image generation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Voice &amp; Music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Speech Gen, Lyria Clip, Lyria Pro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TTS (23 langs, 7 voices), 30s clips, full songs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Video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Veo Standard, Extend, Reference, Upscaler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Generate, extend, style-match, 4K upscale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Utility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Image Upscaler, Video Editor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Image enhance, ffmpeg video composition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Outputs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Text, Image, Audio, Video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Display and download results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Supported AI Models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Models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Default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gemini-3.1-pro-preview, gemini-3.1-flash-lite-preview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flash-lite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Image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gemini-3.1-flash-image-preview, gemini-2.5-flash-image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flash-image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Video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veo-3.1-generate-001, fast-generate-001, lite-generate-001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lite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Music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lyria-3-pro-preview (full songs), lyria-3-clip-preview (30s)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clip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TTS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gemini-3.1-flash-tts-preview (23 langs, 7 voices)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flash-tts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Upscale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imagen-4.0-upscale-preview, veo-3.1-generate-001 (4K)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BBF24"/>
                </a:solidFill>
                <a:latin typeface="Calibri"/>
              </a:defRPr>
            </a:pPr>
            <a:r>
              <a:t>Lite model not supported for Veo Reference/Extend — auto-upgraded to fast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Text-to-Speech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Calibri"/>
              </a:defRPr>
            </a:pPr>
            <a:r>
              <a:t>23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English, Spanish, French, German, Italian, Portuguese, Japanese, Korean, Chinese, Hindi, Arabic, Russian, Thai, Vietnamese, Indonesian, and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Calibri"/>
              </a:defRPr>
            </a:pPr>
            <a:r>
              <a:t>7 Voices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Kore, Leda, Puck, Charon, Fenrir, Aoede, Enceladus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Calibri"/>
              </a:defRPr>
            </a:pPr>
            <a:r>
              <a:t>System Instructions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"Speak cheerfully and with enthusiasm"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"Use a calm, professional news anchor tone"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"Whisper softly as if telling a secret"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Production-Ready Templates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Customizable scaffolds — empty inputs ready to fill in. All 16:9 widescreen.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37360"/>
          <a:ext cx="10515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Template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Inputs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Pipeline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Product Ad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Photo + Brief + Style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Stylize → Hero image (4K) + Veo video (4K) + voice + music → Editor → Final ad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Cinema Shot — 3 Cuts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Character + Scene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Char ref → 3 framings (wide/medium/close) → 3 Veo clips + Lyria score → Cinema cut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Virtual Try-On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Person + Garment + BG + Motion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VTO → Background swap → Animate → Music → Fashion reel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03-saved-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114800"/>
            <a:ext cx="10515600" cy="676002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Saved Canvas — Workflow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Mine — Your private and shared workflows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Team — Workflows shared by teammates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Public — Community workflows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Templates — Pre-built starting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Edit Workflow: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Click ⚙ next to workflow → opens in NEW tab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Or click workflow name → preview → Open in New Tab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Original work in current tab is preserved</a:t>
            </a:r>
          </a:p>
        </p:txBody>
      </p:sp>
      <p:pic>
        <p:nvPicPr>
          <p:cNvPr id="6" name="Picture 5" descr="03-saved-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34094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Asset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Every asset auto-saved with full metadata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Filter: All / Images / Videos / Audio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Search by prompt text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Grid or list view toggle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Expandable prompt display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Model badges + relative timestamps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Direct download for any asset</a:t>
            </a:r>
          </a:p>
        </p:txBody>
      </p:sp>
      <p:pic>
        <p:nvPicPr>
          <p:cNvPr id="5" name="Picture 4" descr="04-asset-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34094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Team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Calibri"/>
              </a:defRPr>
            </a:pPr>
            <a:r>
              <a:t>Create &amp; Join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Click "+" next to Teams in sidebar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Auto-generated 8-char join code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Share code with teammates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Click team code to copy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Calibri"/>
              </a:defRPr>
            </a:pPr>
            <a:r>
              <a:t>Workflow Visibility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206240"/>
          <a:ext cx="50292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Who sees it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Private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Only you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Team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All team members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Public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Everyone on platform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06-sidebar-sign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2194560" cy="75965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React 18 + Vite + ReactFlow + Firebase Auth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FastAPI + SQLAlchemy + SSE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Calibri"/>
              </a:defRPr>
            </a:pPr>
            <a:r>
              <a:t>AI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Vertex AI: Gemini, Veo, Lyria, Imagen, TTS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Calibri"/>
              </a:defRPr>
            </a:pPr>
            <a:r>
              <a:t>Storage &amp; Auth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Cloud Run + GCS + Firebase Auth + SQLite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  <a:latin typeface="Calibri"/>
              </a:defRPr>
            </a:pPr>
            <a:r>
              <a:t>Frontend (React)</a:t>
            </a:r>
            <a:br/>
            <a:r>
              <a:t>    ↓ SSE / REST + Firebase JWT</a:t>
            </a:r>
            <a:br/>
            <a:r>
              <a:t>Backend (FastAPI)</a:t>
            </a:r>
            <a:br/>
            <a:r>
              <a:t>    ├── Auth (Firebase verify)</a:t>
            </a:r>
            <a:br/>
            <a:r>
              <a:t>    ├── Workflow Engine</a:t>
            </a:r>
            <a:br/>
            <a:r>
              <a:t>    ├── Team CRUD</a:t>
            </a:r>
            <a:br/>
            <a:r>
              <a:t>    ├── Asset Library</a:t>
            </a:r>
            <a:br/>
            <a:r>
              <a:t>    └── Media Serving</a:t>
            </a:r>
            <a:br/>
            <a:r>
              <a:t>         ↓</a:t>
            </a:r>
            <a:br/>
            <a:r>
              <a:t>Vertex AI + GCS Storage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Security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Implementation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Authentication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Firebase Google Sign-In with JWT verification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Authorization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Per-route auth deps, team-based access control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Path Traversal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realpath validation on all file-serving endpoints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XSS Prevention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React state rendering (no innerHTML)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CORS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Configurable origins, no wildcard with credentials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Media Serving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Dedicated /api/media endpoint with sanitized paths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Cache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LRU with 100-entry limit and 30-minute TTL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Error Propagation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Failed nodes auto-skip downstream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Single command Cloud Run deploy: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Calibri"/>
              </a:defRPr>
            </a:pPr>
            <a:r>
              <a:t>export GOOGLE_CLOUD_PROJECT=your-project &amp;&amp; ./deploy.sh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Requirements: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GCP project with Vertex AI enabled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Firebase project (optional, for auth)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GCS bucket for video storage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~2GB memory, 1 CPU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Environment Variables: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0292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GOOGLE_CLOUD_PROJECT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GCP project ID (required)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FIREBASE_PROJECT_ID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Firebase project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VEO_BUCKET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GCS bucket for videos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CORS_ORIGINS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Allowed origins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VITE_FIREBASE_API_KEY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Frontend Firebase key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Workflow versioning — Git-like history for changes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Scheduled execution — Run workflows on a timer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API endpoints — Expose workflows as REST APIs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Custom nodes — Plugin system for user-defined types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Real-time collaboration — Multi-user editing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Cost tracking — Per-workflow API cost estimation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A3AF"/>
                </a:solidFill>
                <a:latin typeface="Calibri"/>
              </a:defRPr>
            </a:pPr>
            <a:r>
              <a:t>Built with Vertex AI on Google Cloud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